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한국 로컬 MCP 서버 허브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AI 에이전트가 한국 서비스를 사용할 수 있게 연결하는 인프라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제로클릭 시대, AI가 사용하는 서비스를 만들자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029200"/>
            <a:ext cx="2286000" cy="6400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MCP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5029200"/>
            <a:ext cx="2286000" cy="6400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Korean Local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5029200"/>
            <a:ext cx="2286000" cy="6400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AI Agent Infra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5029200"/>
            <a:ext cx="2286000" cy="6400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1인 개발자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MCP(Model Context Protocol)란?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AI가 외부 세계와 소통하기 위한 '표준 플러그' - USB처럼 어디든 꽂으면 작동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3B82F6"/>
                </a:solidFill>
              </a:defRPr>
            </a:pPr>
            <a:r>
              <a:t>쉬운 비유: USB 포트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과거: 프린터마다 다른 케이블 필요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  → 프린터 A는 케이블 A, 프린터 B는 케이블 B...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현재: USB 하나로 모든 기기 연결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  → USB 포트 하나면 프린터, 마우스, 키보드 다 OK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10B981"/>
                </a:solidFill>
              </a:defRPr>
            </a:pPr>
            <a:r>
              <a:t>MCP = AI 세계의 USB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  → AI가 네이버, 카카오, 공공데이터 등을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     하나의 표준 방식으로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8B5CF6"/>
                </a:solidFill>
              </a:defRPr>
            </a:pPr>
            <a:r>
              <a:t>기술적으로는?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1. JSON-RPC 2.0 기반 프로토콜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   → AI와 서버가 JSON으로 대화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2. 3가지 핵심 기능 제공: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B82F6"/>
                </a:solidFill>
              </a:defRPr>
            </a:pPr>
            <a:r>
              <a:t>   Tools  → AI가 실행할 수 있는 '함수'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0B981"/>
                </a:solidFill>
              </a:defRPr>
            </a:pPr>
            <a:r>
              <a:t>   Resources → AI가 읽을 수 있는 '데이터'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59E0B"/>
                </a:solidFill>
              </a:defRPr>
            </a:pPr>
            <a:r>
              <a:t>   Prompts → 미리 정의된 '대화 템플릿'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3. 전송 방식: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   stdio (로컬) / HTTP+SSE (원격)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4. Anthropic이 만들고, 오픈소스로 공개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0B981"/>
                </a:solidFill>
              </a:defRPr>
            </a:pPr>
            <a:r>
              <a:t>   → Google, OpenAI, MS 모두 채택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MCP는 어떻게 작동하나?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74320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3B82F6"/>
                </a:solidFill>
              </a:defRPr>
            </a:pPr>
            <a:r>
              <a:t>Host (AI 앱)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Claude Desktop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ChatGPT, Cursor 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0116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→ MCP 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274320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0B981"/>
                </a:solidFill>
              </a:defRPr>
            </a:pPr>
            <a:r>
              <a:t>MCP Client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Host 앱 내부에서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서버와 1:1 연결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0116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</a:defRPr>
            </a:pPr>
            <a:r>
              <a:t>→ JSON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645920"/>
            <a:ext cx="320040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7373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MCP Server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네이버, 카카오, 공공데이터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등의 API를 감싸는 서버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29260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59E0B"/>
                </a:solidFill>
              </a:defRPr>
            </a:pPr>
            <a:r>
              <a:t>실제 작동 예시: '서울 날씨 알려줘'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1. 사용자 → Claude에게 '서울 날씨 알려줘' 요청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2. Claude (Host) → MCP Client에게 '날씨 도구 있나?' 확인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3. MCP Client → 기상청 MCP Server에 연결 → get_weather('서울') 호출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4. MCP Server → 기상청 API 호출 → 결과 JSON 반환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5. Claude → 사용자에게 '서울은 현재 맑음, 12도입니다' 답변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EF4444"/>
                </a:solidFill>
              </a:defRPr>
            </a:pPr>
            <a:r>
              <a:t>핵심: MCP Server가 없으면 AI는 기상청 API를 직접 호출할 수 없다!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→ MCP Server = AI와 실제 서비스 사이의 '통역사'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왜 '한국 로컬' MCP 서버인가?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EF4444"/>
                </a:solidFill>
              </a:defRPr>
            </a:pPr>
            <a:r>
              <a:t>현재 상황 (문제)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• 글로벌 MCP 서버: GitHub, Slack, Notion 등 200+개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EF4444"/>
                </a:solidFill>
              </a:defRPr>
            </a:pPr>
            <a:r>
              <a:t>• 한국 로컬 MCP 서버: 거의 없음!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• 네이버 검색/쇼핑 → MCP 서버 없음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• 카카오맵/카카오톡 → MCP 서버 없음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• 공공데이터포털 → MCP 서버 없음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• 홈택스/국세청 → MCP 서버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기회 (우리가 채울 공백)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• 한국에서 Claude/ChatGPT 사용자 급증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59E0B"/>
                </a:solidFill>
              </a:defRPr>
            </a:pPr>
            <a:r>
              <a:t>• '클로드야, 네이버에서 맛집 찾아줘' → 불가능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10B981"/>
                </a:solidFill>
              </a:defRPr>
            </a:pPr>
            <a:r>
              <a:t>• 우리가 MCP 서버를 만들면 → 가능해짐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한국어 + 한국 API 전문가 = 진입장벽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영어권 개발자가 따라올 수 없는 영역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11247120" cy="24688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3B82F6"/>
                </a:solidFill>
              </a:defRPr>
            </a:pPr>
            <a:r>
              <a:t>시장 타이밍이 완벽한 이유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2025.11  Anthropic, MCP 프로토콜 오픈소스 공개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2025.12  Google, OpenAI도 MCP 지원 발표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2026.01  MCP 서버 수 1,000개 돌파 (대부분 영어권)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2026.03  현재 → 한국 로컬 MCP 서버 시장 '거의 공백'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0B981"/>
                </a:solidFill>
              </a:defRPr>
            </a:pPr>
            <a:r>
              <a:t>2026.06  예상 → AI 에이전트 보편화로 MCP 수요 폭증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10B981"/>
                </a:solidFill>
              </a:defRPr>
            </a:pPr>
            <a:r>
              <a:t>→ 지금 시작하면 6개월 이상 선점 우위 확보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어떤 MCP 서버를 만들 것인가?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7548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0B981"/>
                </a:solidFill>
              </a:defRPr>
            </a:pPr>
            <a:r>
              <a:t>Phase 1: MVP (1~2주)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네이버 검색 MCP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웹 검색, 뉴스, 블로그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쇼핑 검색, 이미지 검색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네이버 지도 MCP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장소 검색, 길찾기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주변 맛집/카페 찾기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공공데이터 MCP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날씨 (기상청 API)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대중교통 (버스/지하철)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사업자등록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371600"/>
            <a:ext cx="3474720" cy="47548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3B82F6"/>
                </a:solidFill>
              </a:defRPr>
            </a:pPr>
            <a:r>
              <a:t>Phase 2: 확장 (3~4주)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카카오 MCP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카카오맵 장소 검색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카카오톡 채널 메시지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부동산 MCP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실거래가 조회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아파트 시세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금융 MCP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주식 시세 (한국거래소)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환율 정보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은행 금리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371600"/>
            <a:ext cx="3749039" cy="47548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Phase 3: 프리미엄 (5~8주)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홈택스/세무 MCP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세금 계산기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사업자 세무 조회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쿠팡/쇼핑 MCP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상품 검색/비교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최저가 알림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허브 웹사이트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MCP 서버 카탈로그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원클릭 설치 가이드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API 키 관리 대시보드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• 사용량 모니터링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수익 모델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2743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94A3B8"/>
                </a:solidFill>
              </a:defRPr>
            </a:pPr>
            <a:r>
              <a:t>Free (무료)</a:t>
            </a:r>
          </a:p>
          <a:p>
            <a:pPr algn="l">
              <a:spcAft>
                <a:spcPts val="400"/>
              </a:spcAft>
              <a:defRPr sz="2800" b="1">
                <a:solidFill>
                  <a:srgbClr val="94A3B8"/>
                </a:solidFill>
              </a:defRPr>
            </a:pPr>
            <a:r>
              <a:t>$0/월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기본 MCP 서버 5개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일 100회 API 호출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커뮤니티 지원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오픈소스 접근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371600"/>
            <a:ext cx="3474720" cy="2743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55448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3B82F6"/>
                </a:solidFill>
              </a:defRPr>
            </a:pPr>
            <a:r>
              <a:t>Pro (개인)</a:t>
            </a:r>
          </a:p>
          <a:p>
            <a:pPr algn="l">
              <a:spcAft>
                <a:spcPts val="400"/>
              </a:spcAft>
              <a:defRPr sz="2800" b="1">
                <a:solidFill>
                  <a:srgbClr val="3B82F6"/>
                </a:solidFill>
              </a:defRPr>
            </a:pPr>
            <a:r>
              <a:t>$9.99/월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전체 MCP 서버 접근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일 10,000회 API 호출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프리미엄 서버 (금융/세무)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이메일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371600"/>
            <a:ext cx="3749039" cy="2743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8B5CF6"/>
                </a:solidFill>
              </a:defRPr>
            </a:pPr>
            <a:r>
              <a:t>Enterprise (기업)</a:t>
            </a:r>
          </a:p>
          <a:p>
            <a:pPr algn="l">
              <a:spcAft>
                <a:spcPts val="400"/>
              </a:spcAft>
              <a:defRPr sz="2800" b="1">
                <a:solidFill>
                  <a:srgbClr val="8B5CF6"/>
                </a:solidFill>
              </a:defRPr>
            </a:pPr>
            <a:r>
              <a:t>$99/월~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무제한 API 호출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커스텀 MCP 서버 개발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SLA 보장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전담 기술 지원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11247120" cy="20116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수익 시뮬레이션 (보수적 추정)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3개월 후: 무료 500명 + Pro 50명 = 월 $500 (약 70만원)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6개월 후: 무료 2,000명 + Pro 200명 + Enterprise 5개 = 월 $2,500 (약 350만원)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10B981"/>
                </a:solidFill>
              </a:defRPr>
            </a:pPr>
            <a:r>
              <a:t>12개월 후: Pro 1,000명 + Enterprise 20개 = 월 $12,000 (약 1,700만원)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F59E0B"/>
                </a:solidFill>
              </a:defRPr>
            </a:pPr>
            <a:r>
              <a:t>+ 추가 수익: MCP 서버 개발 컨설팅, 기업 맞춤 개발 (건당 500~2,000만원)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기술 스택 &amp; 아키텍처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7548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3B82F6"/>
                </a:solidFill>
              </a:defRPr>
            </a:pPr>
            <a:r>
              <a:t>MCP 서버 (Core)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언어: TypeScript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Zod 스키마 검증 내장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타입 안전성 확보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SDK: @modelcontextprotocol/sdk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공식 TypeScript SDK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전송: stdio + Streamable HTTP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로컬/원격 모두 지원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패키지 관리: npm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npx로 원클릭 실행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배포: npm registry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@korea-mcp/* 네임스페이스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371600"/>
            <a:ext cx="3474720" cy="47548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0B981"/>
                </a:solidFill>
              </a:defRPr>
            </a:pPr>
            <a:r>
              <a:t>허브 웹사이트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프레임워크: Next.js 15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App Router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Server Components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스타일링: Tailwind CSS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인증: NextAuth.js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GitHub/Google 로그인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DB: Supabase (PostgreSQL)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사용량 추적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API 키 관리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결제: Stripe / 토스페이먼츠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371600"/>
            <a:ext cx="3749039" cy="47548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인프라 &amp; DevOps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호스팅: Vercel (웹)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자동 배포, Edge 함수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MCP 서버 호스팅: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npm 패키지 배포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Docker 이미지 (옵션)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모니터링: Vercel Analytics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CI/CD: GitHub Actions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PR마다 자동 테스트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자동 npm 배포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개발도구: Claude Code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→ 메인 개발 환경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경쟁 분석 &amp; 차별화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59E0B"/>
                </a:solidFill>
              </a:defRPr>
            </a:pPr>
            <a:r>
              <a:t>글로벌 MCP 서버 현황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Smithery.ai: MCP 서버 레지스트리 (영어 중심)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mcp.run: MCP 서버 호스팅 플랫폼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Composio: 250+ 통합 MCP 서버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• 공식 서버: GitHub, Slack, Google Drive 등 30+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EF4444"/>
                </a:solidFill>
              </a:defRPr>
            </a:pPr>
            <a:r>
              <a:t>→ 전부 영어권 서비스. 한국 로컬 서비스 지원 =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0B981"/>
                </a:solidFill>
              </a:defRPr>
            </a:pPr>
            <a:r>
              <a:t>우리의 차별화 포인트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1. 한국 API 전문성 (네이버/카카오 경험)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2. 한국어 문서 &amp; 가이드 (진입장벽)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3. 한국 결제/세금 시스템 통합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4. 한국 법률/규제 대응 (ISMS 등)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</a:defRPr>
            </a:pPr>
            <a:r>
              <a:t>5. 커뮤니티 기반 (한국 개발자 생태계)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10B981"/>
                </a:solidFill>
              </a:defRPr>
            </a:pPr>
            <a:r>
              <a:t>→ 외국 업체가 따라올 수 없는 로컬 전문성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11247120" cy="24688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3B82F6"/>
                </a:solidFill>
              </a:defRPr>
            </a:pPr>
            <a:r>
              <a:t>우리의 Moat (해자)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1. 먼저 움직이는 자의 이점 (First Mover)  → 한국 MCP 서버 시장의 표준이 됨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2. 네트워크 효과  → 서버가 많아질수록 허브의 가치 증가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3. 한국어 문서 &amp; 커뮤니티  → 영어를 못하는 한국 개발자들의 유일한 선택지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4. API 키 관리 Lock-in  → 한번 설정하면 이동 비용 발생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핵심: 기술이 아니라 '로컬 전문성 + 선점'이 차별화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실행 로드맵 (12주 계획)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4572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0B981"/>
                </a:solidFill>
              </a:defRPr>
            </a:pPr>
            <a:r>
              <a:t>Week 1~2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10B981"/>
                </a:solidFill>
              </a:defRPr>
            </a:pPr>
            <a:r>
              <a:t>MVP 출시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프로젝트 셋업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  monorepo 구조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네이버 검색 MCP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  웹/뉴스/블로그/쇼핑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기상청 날씨 MCP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npm 패키지 배포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GitHub 공개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README 한국어 문서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목표: 첫 사용자 확보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560320" cy="4572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155448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3B82F6"/>
                </a:solidFill>
              </a:defRPr>
            </a:pPr>
            <a:r>
              <a:t>Week 3~4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3B82F6"/>
                </a:solidFill>
              </a:defRPr>
            </a:pPr>
            <a:r>
              <a:t>서버 확장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카카오맵 MCP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공공데이터 MCP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  교통/버스/지하철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네이버 지도 MCP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허브 웹사이트 v1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  서버 목록/검색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  설치 가이드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블로그 포스트 작성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3B82F6"/>
                </a:solidFill>
              </a:defRPr>
            </a:pPr>
            <a:r>
              <a:t>목표: 100명 사용자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2560320" cy="4572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55448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</a:defRPr>
            </a:pPr>
            <a:r>
              <a:t>Week 5~8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8B5CF6"/>
                </a:solidFill>
              </a:defRPr>
            </a:pPr>
            <a:r>
              <a:t>수익화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프리미엄 서버 개발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  부동산/금융/세무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결제 시스템 연동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API 키 관리 시스템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사용량 대시보드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Pro 플랜 출시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8B5CF6"/>
                </a:solidFill>
              </a:defRPr>
            </a:pPr>
            <a:r>
              <a:t>목표: 첫 유료 고객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371600"/>
            <a:ext cx="3017520" cy="4572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554480"/>
            <a:ext cx="2651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59E0B"/>
                </a:solidFill>
              </a:defRPr>
            </a:pPr>
            <a:r>
              <a:t>Week 9~12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59E0B"/>
                </a:solidFill>
              </a:defRPr>
            </a:pPr>
            <a:r>
              <a:t>성장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Enterprise 플랜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커스텀 MCP 개발 서비스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한국 개발자 커뮤니티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  Discord/오픈카톡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컨퍼런스 발표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  (if/kakao, DEVIEW 등)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Smithery.ai 등록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□ 기업 영업 시작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F59E0B"/>
                </a:solidFill>
              </a:defRPr>
            </a:pPr>
            <a:r>
              <a:t>목표: MRR $2,000+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핵심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011680"/>
            <a:ext cx="9144000" cy="3657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CBD5E1"/>
                </a:solidFill>
              </a:defRPr>
            </a:pPr>
          </a:p>
          <a:p>
            <a:pPr algn="ctr">
              <a:spcAft>
                <a:spcPts val="400"/>
              </a:spcAft>
              <a:defRPr sz="2400" b="0">
                <a:solidFill>
                  <a:srgbClr val="94A3B8"/>
                </a:solidFill>
              </a:defRPr>
            </a:pPr>
            <a:r>
              <a:t>"AI를 사용하는 서비스"가 아닌</a:t>
            </a:r>
          </a:p>
          <a:p>
            <a:pPr algn="ctr">
              <a:spcAft>
                <a:spcPts val="400"/>
              </a:spcAft>
              <a:defRPr sz="2800" b="1">
                <a:solidFill>
                  <a:srgbClr val="3B82F6"/>
                </a:solidFill>
              </a:defRPr>
            </a:pPr>
            <a:r>
              <a:t>"AI가 사용하는 서비스"를 만든다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BD5E1"/>
                </a:solidFill>
              </a:defRPr>
            </a:pPr>
          </a:p>
          <a:p>
            <a:pPr algn="ctr">
              <a:spcAft>
                <a:spcPts val="400"/>
              </a:spcAft>
              <a:defRPr sz="2000" b="0">
                <a:solidFill>
                  <a:srgbClr val="CBD5E1"/>
                </a:solidFill>
              </a:defRPr>
            </a:pPr>
            <a:r>
              <a:t>한국 로컬 API × MCP 프로토콜 × 1인 개발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= 경쟁자 없는 블루오션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BD5E1"/>
                </a:solidFill>
              </a:defRPr>
            </a:pPr>
          </a:p>
          <a:p>
            <a:pPr algn="ctr">
              <a:spcAft>
                <a:spcPts val="400"/>
              </a:spcAft>
              <a:defRPr sz="2000" b="1">
                <a:solidFill>
                  <a:srgbClr val="F59E0B"/>
                </a:solidFill>
              </a:defRPr>
            </a:pPr>
            <a:r>
              <a:t>지금 시작하면, 한국 AI 인프라의 표준이 될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Let's Build the AI Infrastructure for Korea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